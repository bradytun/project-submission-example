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sample/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sample/slide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3657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6C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LET'S TECH  /  MINI DECK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469880" y="3657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8F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/  03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58368" y="6492240"/>
            <a:ext cx="10881360" cy="0"/>
          </a:xfrm>
          <a:prstGeom prst="line">
            <a:avLst/>
          </a:prstGeom>
          <a:noFill/>
          <a:ln w="8890">
            <a:solidFill>
              <a:srgbClr val="44407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941832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WAYS AI CREATES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658368" y="155448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AD8D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676656" y="21488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6C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just better answers. Better ways of working.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58368" y="2944368"/>
            <a:ext cx="3529584" cy="2606040"/>
          </a:xfrm>
          <a:prstGeom prst="roundRect">
            <a:avLst>
              <a:gd name="adj" fmla="val 3509"/>
            </a:avLst>
          </a:prstGeom>
          <a:solidFill>
            <a:srgbClr val="1B1A3C"/>
          </a:solidFill>
          <a:ln w="12700">
            <a:solidFill>
              <a:srgbClr val="46407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3246120"/>
            <a:ext cx="621792" cy="621792"/>
          </a:xfrm>
          <a:prstGeom prst="ellipse">
            <a:avLst/>
          </a:prstGeom>
          <a:solidFill>
            <a:srgbClr val="4D338E"/>
          </a:solidFill>
          <a:ln w="12700">
            <a:solidFill>
              <a:srgbClr val="8063C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341071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406908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 FASTER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14400" y="4690872"/>
            <a:ext cx="3017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6C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rough questions into plans,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6C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insights, and next steps.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25696" y="2944368"/>
            <a:ext cx="3529584" cy="2606040"/>
          </a:xfrm>
          <a:prstGeom prst="roundRect">
            <a:avLst>
              <a:gd name="adj" fmla="val 3509"/>
            </a:avLst>
          </a:prstGeom>
          <a:solidFill>
            <a:srgbClr val="1B1A3C"/>
          </a:solidFill>
          <a:ln w="12700">
            <a:solidFill>
              <a:srgbClr val="46407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81728" y="3246120"/>
            <a:ext cx="621792" cy="621792"/>
          </a:xfrm>
          <a:prstGeom prst="ellipse">
            <a:avLst/>
          </a:prstGeom>
          <a:solidFill>
            <a:srgbClr val="4D338E"/>
          </a:solidFill>
          <a:ln w="12700">
            <a:solidFill>
              <a:srgbClr val="8063C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81728" y="341071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681728" y="406908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MORE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681728" y="4690872"/>
            <a:ext cx="3017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6C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from an idea to a first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6C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or prototype.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193024" y="2944368"/>
            <a:ext cx="3529584" cy="2606040"/>
          </a:xfrm>
          <a:prstGeom prst="roundRect">
            <a:avLst>
              <a:gd name="adj" fmla="val 3509"/>
            </a:avLst>
          </a:prstGeom>
          <a:solidFill>
            <a:srgbClr val="1B1A3C"/>
          </a:solidFill>
          <a:ln w="12700">
            <a:solidFill>
              <a:srgbClr val="46407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449056" y="3246120"/>
            <a:ext cx="621792" cy="621792"/>
          </a:xfrm>
          <a:prstGeom prst="ellipse">
            <a:avLst/>
          </a:prstGeom>
          <a:solidFill>
            <a:srgbClr val="4D338E"/>
          </a:solidFill>
          <a:ln w="12700">
            <a:solidFill>
              <a:srgbClr val="8063C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49056" y="341071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449056" y="406908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 WORK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8449056" y="4690872"/>
            <a:ext cx="3017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6C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repetitive steps to tools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6C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focus on decisions.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76656" y="598017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2D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is most powerful when it strengthens a real workflow.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sample/slide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3657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6C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LET'S TECH  /  MINI DECK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469880" y="3657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8F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/  03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58368" y="6492240"/>
            <a:ext cx="10881360" cy="0"/>
          </a:xfrm>
          <a:prstGeom prst="line">
            <a:avLst/>
          </a:prstGeom>
          <a:noFill/>
          <a:ln w="8890">
            <a:solidFill>
              <a:srgbClr val="44407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941832"/>
            <a:ext cx="10607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IDEA TO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658368" y="154533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AD8D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IMPACT.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676656" y="2185416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6C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experiments compound into serious skills.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106424" y="3374136"/>
            <a:ext cx="3246120" cy="0"/>
          </a:xfrm>
          <a:prstGeom prst="line">
            <a:avLst/>
          </a:prstGeom>
          <a:noFill/>
          <a:ln w="19050">
            <a:solidFill>
              <a:srgbClr val="554788">
                <a:alpha val="9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" y="3136392"/>
            <a:ext cx="484632" cy="484632"/>
          </a:xfrm>
          <a:prstGeom prst="ellipse">
            <a:avLst/>
          </a:prstGeom>
          <a:solidFill>
            <a:srgbClr val="3B2E75"/>
          </a:solidFill>
          <a:ln w="21590">
            <a:solidFill>
              <a:srgbClr val="B399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" y="3273552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67512" y="38587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8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67512" y="442569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6C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one specific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6C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to solve.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901184" y="3374136"/>
            <a:ext cx="3246120" cy="0"/>
          </a:xfrm>
          <a:prstGeom prst="line">
            <a:avLst/>
          </a:prstGeom>
          <a:noFill/>
          <a:ln w="19050">
            <a:solidFill>
              <a:srgbClr val="554788">
                <a:alpha val="9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62272" y="3136392"/>
            <a:ext cx="484632" cy="484632"/>
          </a:xfrm>
          <a:prstGeom prst="ellipse">
            <a:avLst/>
          </a:prstGeom>
          <a:solidFill>
            <a:srgbClr val="3B2E75"/>
          </a:solidFill>
          <a:ln w="21590">
            <a:solidFill>
              <a:srgbClr val="B399F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62272" y="3273552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462272" y="38587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8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4462272" y="442569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6C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the smallest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6C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useful version.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695944" y="3374136"/>
            <a:ext cx="3246120" cy="0"/>
          </a:xfrm>
          <a:prstGeom prst="line">
            <a:avLst/>
          </a:prstGeom>
          <a:noFill/>
          <a:ln w="19050">
            <a:solidFill>
              <a:srgbClr val="554788">
                <a:alpha val="9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57032" y="3136392"/>
            <a:ext cx="484632" cy="484632"/>
          </a:xfrm>
          <a:prstGeom prst="ellipse">
            <a:avLst/>
          </a:prstGeom>
          <a:solidFill>
            <a:srgbClr val="3B2E75"/>
          </a:solidFill>
          <a:ln w="21590">
            <a:solidFill>
              <a:srgbClr val="B399F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57032" y="3273552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257032" y="38587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8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8257032" y="442569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6C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feedback. Refine.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6C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what worked.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67512" y="5541264"/>
            <a:ext cx="10863072" cy="630936"/>
          </a:xfrm>
          <a:prstGeom prst="roundRect">
            <a:avLst>
              <a:gd name="adj" fmla="val 14493"/>
            </a:avLst>
          </a:prstGeom>
          <a:solidFill>
            <a:srgbClr val="372765"/>
          </a:solidFill>
          <a:ln w="12700">
            <a:solidFill>
              <a:srgbClr val="63519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" y="570585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F8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ONE REAL PROBLEM THIS WEEK  →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Let's Tech Club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Ideas to Impact</dc:title>
  <dc:subject>Ideas to Impact: Mini Deck</dc:subject>
  <dc:creator>Let's Tech Club</dc:creator>
  <cp:lastModifiedBy>Let's Tech Club</cp:lastModifiedBy>
  <cp:revision>1</cp:revision>
  <dcterms:created xsi:type="dcterms:W3CDTF">2026-10-23T05:11:32Z</dcterms:created>
  <dcterms:modified xsi:type="dcterms:W3CDTF">2026-10-23T05:11:32Z</dcterms:modified>
</cp:coreProperties>
</file>